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62F"/>
                </a:solidFill>
                <a:latin typeface="Arial"/>
              </a:rPr>
              <a:t>Peso na carteira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Tradicional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PETR4</c:v>
                  </c:pt>
                  <c:pt idx="1">
                    <c:v>ITUB4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10.3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GreenAlpha ESG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PETR4</c:v>
                  </c:pt>
                  <c:pt idx="1">
                    <c:v>ITUB4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9.39</c:v>
                </c:pt>
                <c:pt idx="1">
                  <c:v>25.03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26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Petrobras + Vale</c:v>
                </c:pt>
                <c:pt idx="1">
                  <c:v>Outras 8 empresas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94.9</c:v>
                </c:pt>
                <c:pt idx="1">
                  <c:v>5.1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projeto GreenAlpha e a pergunta central do 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 1: comparativo das três carteiras.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9744" y="3895344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65954" y="3310193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2164" y="3067815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78374" y="2881832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34584" y="2725041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90794" y="2586906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47004" y="2462022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3214" y="2347179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59424" y="2240286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5634" y="2139890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1844" y="2044933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28054" y="1954617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84264" y="1868321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40474" y="1785551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6684" y="1705908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8886" y="1565055"/>
            <a:ext cx="201168" cy="201168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9104" y="1554739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5314" y="1482704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1524" y="1412757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7734" y="1344729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33944" y="1278468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0154" y="1213844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6364" y="1150741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2574" y="1089057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8784" y="1028700"/>
            <a:ext cx="73152" cy="73152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4023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→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658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RETORNO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2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VERDEVALORES ASSET MANAGEMENT  |  QUANT &amp; DATA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371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GreenAlpha</a:t>
            </a:r>
            <a:endParaRPr lang="en-US" sz="38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2148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Maximização de Sharpe sob restrição de descarbonização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108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empírico para aporte institucional de R$ 500 milhões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[inserir nomes dos integrantes]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aporte de R$ 500 mi, uma condição inegociável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R$ 500 mi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proposto por fundo soberano nórdico.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mandatória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auditada da pegada de carbono vs. Ibovespa, sem greenwashing.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 do CIO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Petrobras e Vale vai aumentar o risco e destruir rentabilidade?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0F3B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Missão: modelar a Fronteira Eficiente de Markowitz com restrição de carbono e provar a viabilidade.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EXECUTIVA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CIO estava certo? Os números dizem que não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91440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CO₂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Eco-eficiência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3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GreenAlpha ESG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−51,48%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Mínima Volatilidade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−32,18%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F3B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−51,5%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CARBONO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87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40% superada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32004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A1F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7472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25,92%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RETORNO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4187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1,74 p.p. abaixo, com menos risco (17,76% vs 18,55%)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2004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F3B3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+94%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ECO-EFICIÊNCIA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4187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1,30% por tCO₂e vs 0,67% da Tradicional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DE CAPITAL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saiu o dinheiro e para onde foi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40080" y="1463040"/>
          <a:ext cx="40233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37160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21208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−19,61 p.p.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Desinvestimento fóssil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Petrobras cortada em mais de 67%: de 29,0% para 9,39%.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0" y="2505456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212080" y="25968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+20,31 p.p.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59689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 (ITUB4)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10,30% para 25,03%; intensidade residual de 1,8 tCO₂e/M.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3639312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212080" y="3730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35,58%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73075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CPFL + Equatorial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Renováveis e estabilidade operacional. Localiza fica no teto de 30%.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EMISSÕES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empresas concentram quase toda a pegada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3840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69164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532,5 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862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no total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137160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0A1F2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75–98%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148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emissões totais estão no Escopo 3: cadeia de valor, queima de combustível pelo cliente e emissões financiadas.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315468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324612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Absoluta vs. relativa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absoluta mede porte e volume. Intensidade (tCO₂e/receita) mede eficiência. O modelo usa a intensidade para filtrar ativos.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E 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Markowitz + Monte Carlo em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Covariância, não média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da carteira vem da matriz de covariância entre os ativos, não da média dos riscos individuais.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86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2.500+ simulações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em Python gera carteiras aleatórias sujeitas à restrição ambiental.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com teto verde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o índice de Sharpe apenas entre carteiras abaixo do teto de carbono.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2080" y="13716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0A1F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4068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DE CARBONO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(Pesoᵢ × Intensidadeᵢ) ≤ Teto Verde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Sharpe = (Rp − Rf) / σp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Verde = 60% da intensidade do Ibovespa (meta de −40%).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À DIRETORIA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Aprovar a captação dos R$ 500 milhões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0F3B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REFUTADA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prejudica risco e retorno? Não.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carteira verde preserva a rentabilidade, reduz a volatilidade e duplica a eficiência carbônica por real investido.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Rebalanceamento setorial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9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a nova alocação da GreenAlpha.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0" y="2834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9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carbono e Sharpe no Looker Studio / Power BI.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8404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0" y="3749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da meta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9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Comprovar os −40% ao fundo nórdico, sem greenwashing.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2026-09-30T12:48:05Z</dcterms:created>
  <dcterms:modified xsi:type="dcterms:W3CDTF">2026-09-30T12:48:05Z</dcterms:modified>
</cp:coreProperties>
</file>